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98736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Healthcare Readmission Analysis Report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34166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data-driven exploration of 30-day hospital readmission patterns across diabetic patient encounters — uncovering the factors that drive avoidable returns and opportunities for improved care coordination.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1573"/>
            <a:ext cx="1995413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4064"/>
            <a:ext cx="228250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PATIENT ENCOUNTERS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562374" y="3181573"/>
            <a:ext cx="1245394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007ebd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647429" y="3224064"/>
            <a:ext cx="15324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100,000+ RECORDS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6119" y="3518818"/>
            <a:ext cx="1487686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007ebd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1174" y="3561308"/>
            <a:ext cx="177477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10-YEAR STUDY PERIOD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669"/>
            <a:ext cx="4062264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Overview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8750"/>
            <a:ext cx="5181377" cy="29360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7270" y="1180802"/>
            <a:ext cx="2259732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017270" y="1539032"/>
            <a:ext cx="2635300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 readmissions strain resources, increase costs, and signal gaps in care continuity. Understanding what drives them is essential for quality improvement.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17270" y="2753618"/>
            <a:ext cx="2259732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Objective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17270" y="3111847"/>
            <a:ext cx="2635300" cy="15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over 100,000 diabetic patient encounters from U.S. hospitals to identify demographic, clinical, and utilization factors associated with 30-day readmissions — supporting better discharge planning and targeted interventions.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7121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at a Glance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28580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spans a decade of diabetic patient encounters across multiple U.S. hospitals, capturing a comprehensive view of patient demographics, clinical history, and readmission outcomes.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98898"/>
            <a:ext cx="4004965" cy="846981"/>
          </a:xfrm>
          <a:prstGeom prst="roundRect">
            <a:avLst>
              <a:gd name="adj" fmla="val 703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2045419"/>
            <a:ext cx="2159273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🏥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Patient Demographics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2640" y="237254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Race, gender, and age group distributions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898898"/>
            <a:ext cx="4005039" cy="846981"/>
          </a:xfrm>
          <a:prstGeom prst="roundRect">
            <a:avLst>
              <a:gd name="adj" fmla="val 703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9363" y="2045419"/>
            <a:ext cx="18606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Admission Details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89363" y="2372544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Admission type, source, and discharge disposition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887638"/>
            <a:ext cx="4004965" cy="846981"/>
          </a:xfrm>
          <a:prstGeom prst="roundRect">
            <a:avLst>
              <a:gd name="adj" fmla="val 703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640" y="3034159"/>
            <a:ext cx="1956792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Hospital Utilization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2640" y="3361283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Length of stay, lab procedures, prior visits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887638"/>
            <a:ext cx="4005039" cy="846981"/>
          </a:xfrm>
          <a:prstGeom prst="roundRect">
            <a:avLst>
              <a:gd name="adj" fmla="val 703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9363" y="3034159"/>
            <a:ext cx="197055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🩺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Clinical Complexity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89363" y="3361283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diagnoses and medication burden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894088"/>
            <a:ext cx="8151763" cy="552748"/>
          </a:xfrm>
          <a:prstGeom prst="roundRect">
            <a:avLst>
              <a:gd name="adj" fmla="val 10772"/>
            </a:avLst>
          </a:prstGeom>
          <a:solidFill>
            <a:srgbClr val="CCEEF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094857"/>
            <a:ext cx="177180" cy="14175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56816" y="4057055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Variable: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Readmission status — &lt;30 Days, &gt;30 Days, or No Readmission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7052"/>
            <a:ext cx="728617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 &amp; Feature Engineering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876574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Cleaning Steps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2250877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Replaced missing value indicators ("?", "N/A") with nulls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columns with excessive missing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Eliminated duplicates and invalid records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column names and data types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876574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Engineered Features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749701" y="2250877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Readmission 30-Day Flag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binary indicator for early readmission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Prior Visits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cumulative inpatient, outpatient, and emergency encounters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 Stay Flag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identifies extended hospitalizations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Polypharmacy Flag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flags high medication burden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Utilizer Flag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marks frequent healthcare users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8685"/>
            <a:ext cx="6199361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Overall Readmission Distribution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05917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8820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Metrics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749701" y="186251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101,763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 patient encounters analyzed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11.16%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overall 30-day readmission rate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34.93%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readmitted after 30 days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53.91%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had no readmission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04599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1 in 9 diabetic patients returned to the hospital within 30 days — a rate that represents significant opportunity for intervention and care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868"/>
            <a:ext cx="8151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 Groups with Highest 30-Day Readmission Rates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19263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0155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Notable Patterns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749701" y="2075855"/>
            <a:ext cx="3902943" cy="252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20–30 age 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had the highest readmission rate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7EB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14.24%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 unexpected finding that may reflect socioeconomic factors, medication adherence challenges, or gaps in transitional care for younger adults.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aged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80–90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followed closely at 12.08%, consistent with expectations for older, clinically complex populations.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Children under 10 had the lowest rate at just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1.86%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reflecting lower clinical complexity in pediatric diabetic cases.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8685"/>
            <a:ext cx="7231112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Hospital Stay Length &amp; Prior Utilization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05917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88207"/>
            <a:ext cx="316311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Longer Stays Signal Higher Risk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749701" y="186251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Readmission rates climb steadily with each additional day in the hospital, peaking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7EB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14.35%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10-day stays — nearly double the rate of 1-day admissions.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84711"/>
            <a:ext cx="330859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Prior Utilization as a Risk Marker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749701" y="3059013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readmitted within 30 days averaged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prior inpatient visit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total prior visits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compared to zero for non-readmitted patients — a clear signal of high-utilizer status.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227"/>
            <a:ext cx="6971109" cy="3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Clinical Complexity Drives Readmission Risk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35025"/>
            <a:ext cx="354530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Number of Diagnoses vs. Readmission Rate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44737"/>
            <a:ext cx="3929955" cy="2828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688" y="1035025"/>
            <a:ext cx="3392612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Medication Burden vs. Readmission Rate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688" y="1344737"/>
            <a:ext cx="3929955" cy="2828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4400476"/>
            <a:ext cx="8151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diagnosis count and medication burden show clear upward trends in readmission rates. Patients with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7EB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 diagnoses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face a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17.65%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readmission rate — nearly triple those with only 1 diagnosis.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5883"/>
            <a:ext cx="4722763" cy="82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 Overview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96119" y="1393031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single-page Tableau dashboard was developed to monitor key readmission indicators with interactive filters for race, gender, and age group.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31" y="1901428"/>
            <a:ext cx="4737050" cy="7464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9475" y="2041922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Summary KPIs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79475" y="2316435"/>
            <a:ext cx="439891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101,763 patients · 11,357 readmissions · 11.16% rate · 4.4-day avg. stay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831" y="2760315"/>
            <a:ext cx="4737050" cy="9373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9475" y="2900809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Demographic Filters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79475" y="3175322"/>
            <a:ext cx="439891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 (6 categories) and gender filters enable segmented analysis across populations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831" y="3810149"/>
            <a:ext cx="4737050" cy="93739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9475" y="3950643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Visualizations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79475" y="4225156"/>
            <a:ext cx="439891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group, admission type, length of stay, and diagnosis count charts with drill-down capability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6831"/>
            <a:ext cx="689252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Findings &amp; Strategic Implications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36353"/>
            <a:ext cx="237395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the Data Tells Us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910655"/>
            <a:ext cx="3902943" cy="2190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 matters: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Young adults (20–30) and seniors (80+) carry the highest readmission rates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Longer stays signal risk: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10-day hospitalizations carry nearly double the readmission rate of 1-day stays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Utilization is predictive: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 inpatient visits are a strong marker of future readmission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Clinical complexity compounds risk: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More diagnoses and medications correlate with higher readmission rates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394594"/>
            <a:ext cx="4107135" cy="3032001"/>
          </a:xfrm>
          <a:prstGeom prst="roundRect">
            <a:avLst>
              <a:gd name="adj" fmla="val 3367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536353"/>
            <a:ext cx="242731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Recommended Actions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789363" y="1910655"/>
            <a:ext cx="3823618" cy="246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transitional care protocols for high-utilizer patients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discharge planning resources toward patients with 5+ diagnoses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root causes of elevated readmission rates in younger adults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polypharmacy review programs before discharge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dashboard insights for real-time risk stratification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2026-06-22T20:03:34Z</dcterms:created>
  <dcterms:modified xsi:type="dcterms:W3CDTF">2026-06-22T20:03:34Z</dcterms:modified>
</cp:coreProperties>
</file>